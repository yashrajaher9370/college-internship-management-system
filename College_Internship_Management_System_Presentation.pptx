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COLLEGE INTERNSHIP</a:t>
            </a:r>
            <a:br/>
            <a:r>
              <a:t>MANAGEMENT SYSTEM</a:t>
            </a:r>
          </a:p>
          <a:p>
            <a:pPr algn="ctr">
              <a:defRPr sz="2000"/>
            </a:pPr>
            <a:r>
              <a:t>React • Node.js • Express • MySQL</a:t>
            </a:r>
          </a:p>
          <a:p>
            <a:br/>
            <a:pPr algn="ctr">
              <a:defRPr sz="1800"/>
            </a:pPr>
            <a:r>
              <a:t>Project Presentation</a:t>
            </a:r>
          </a:p>
          <a:p>
            <a:pPr algn="ctr">
              <a:defRPr sz="1700"/>
            </a:pPr>
            <a:r>
              <a:t>Yashraj Aher | Department of Computer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1.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97280" cy="640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• A centralized web-based platform for managing college internship activities.</a:t>
            </a:r>
            <a:br/>
            <a:r>
              <a:t>• Provides separate modules for Students, Faculty and Admin.</a:t>
            </a:r>
            <a:br/>
            <a:r>
              <a:t>• Manages internships, applications, interviews, evaluations and feedback.</a:t>
            </a:r>
            <a:br/>
            <a:r>
              <a:t>• Uses React frontend, Node.js/Express backend and MySQL database.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2.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97280" cy="640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• Manual internship records are difficult to maintain and track.</a:t>
            </a:r>
            <a:br/>
            <a:r>
              <a:t>• Student applications may be scattered across different channels.</a:t>
            </a:r>
            <a:br/>
            <a:r>
              <a:t>• Interview schedules and results may not be centralized.</a:t>
            </a:r>
            <a:br/>
            <a:r>
              <a:t>• Duplicate applications and invalid records are difficult to control manually.</a:t>
            </a:r>
            <a:br/>
            <a:r>
              <a:t>• Administrators need a single source of internship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3. Existing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97280" cy="640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• Paper forms, spreadsheets and emails may be used for internship activities.</a:t>
            </a:r>
            <a:br/>
            <a:r>
              <a:t>• Application status tracking requires manual effort.</a:t>
            </a:r>
            <a:br/>
            <a:r>
              <a:t>• Interview information may be maintained separately.</a:t>
            </a:r>
            <a:br/>
            <a:r>
              <a:t>• Generating reports from scattered records is time-consuming.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4. Proposed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97280" cy="640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• Centralized digital internship management platform.</a:t>
            </a:r>
            <a:br/>
            <a:r>
              <a:t>• Role-based access for Student, Faculty and Admin.</a:t>
            </a:r>
            <a:br/>
            <a:r>
              <a:t>• Online internship browsing and application.</a:t>
            </a:r>
            <a:br/>
            <a:r>
              <a:t>• Application status and interview tracking.</a:t>
            </a:r>
            <a:br/>
            <a:r>
              <a:t>• Faculty evaluation and feedback support.</a:t>
            </a:r>
            <a:br/>
            <a:r>
              <a:t>• Administrative dashboard and reports.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5.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97280" cy="640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• Centralize internship management in one system.</a:t>
            </a:r>
            <a:br/>
            <a:r>
              <a:t>• Allow students to browse and apply for internships online.</a:t>
            </a:r>
            <a:br/>
            <a:r>
              <a:t>• Help faculty manage internships, applications and interviews.</a:t>
            </a:r>
            <a:br/>
            <a:r>
              <a:t>• Give administrators complete management and reporting capabilities.</a:t>
            </a:r>
            <a:br/>
            <a:r>
              <a:t>• Maintain structured records using a relational database.</a:t>
            </a:r>
            <a:br/>
            <a:r>
              <a:t>• Improve security, validation and transparency.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6.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97280" cy="640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• Student registration, profile and resume management.</a:t>
            </a:r>
            <a:br/>
            <a:r>
              <a:t>• Company and internship management.</a:t>
            </a:r>
            <a:br/>
            <a:r>
              <a:t>• Internship search, filtering and details.</a:t>
            </a:r>
            <a:br/>
            <a:r>
              <a:t>• Application submission and status tracking.</a:t>
            </a:r>
            <a:br/>
            <a:r>
              <a:t>• Interview scheduling and results.</a:t>
            </a:r>
            <a:br/>
            <a:r>
              <a:t>• Evaluation, feedback and reports.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7. User Roles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97280" cy="640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• Student — browse internships, apply, track applications and interviews.</a:t>
            </a:r>
            <a:br/>
            <a:r>
              <a:t>• Faculty — create internships, review applications, schedule interviews and manage results.</a:t>
            </a:r>
            <a:br/>
            <a:r>
              <a:t>• Admin — manage users, companies, internships, applications, interviews, evaluations and reports.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8.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97280" cy="640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• Presentation Layer: React pages, components and responsive CSS.</a:t>
            </a:r>
            <a:br/>
            <a:r>
              <a:t>• Application Layer: Node.js + Express REST APIs.</a:t>
            </a:r>
            <a:br/>
            <a:r>
              <a:t>• Authentication Layer: JWT role-based middleware.</a:t>
            </a:r>
            <a:br/>
            <a:r>
              <a:t>• Data Layer: MySQL relational database.</a:t>
            </a:r>
            <a:br/>
            <a:r>
              <a:t>• Flow: User → React → API → Express → Validation/Auth → MySQL → Response.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9.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97280" cy="640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• Frontend: React, Vite, JavaScript, CSS.</a:t>
            </a:r>
            <a:br/>
            <a:r>
              <a:t>• Backend: Node.js and Express.js.</a:t>
            </a:r>
            <a:br/>
            <a:r>
              <a:t>• Database: MySQL / MySQL Workbench.</a:t>
            </a:r>
            <a:br/>
            <a:r>
              <a:t>• Authentication: JSON Web Token (JWT).</a:t>
            </a:r>
            <a:br/>
            <a:r>
              <a:t>• Security: bcrypt password hashing.</a:t>
            </a:r>
            <a:br/>
            <a:r>
              <a:t>• File Upload: Multer.</a:t>
            </a:r>
            <a:br/>
            <a:r>
              <a:t>• API Testing: Postman.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10. Database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97280" cy="640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• Database: college_internship_management_system.</a:t>
            </a:r>
            <a:br/>
            <a:r>
              <a:t>• Relational tables with primary and foreign keys.</a:t>
            </a:r>
            <a:br/>
            <a:r>
              <a:t>• Unique constraint prevents duplicate student-internship applications.</a:t>
            </a:r>
            <a:br/>
            <a:r>
              <a:t>• Status fields control application and interview workflows.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11. Main Database Tables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97280" cy="640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• students — student profile and resume information.</a:t>
            </a:r>
            <a:br/>
            <a:r>
              <a:t>• companies — company details.</a:t>
            </a:r>
            <a:br/>
            <a:r>
              <a:t>• internships — internship details, dates, stipend and status.</a:t>
            </a:r>
            <a:br/>
            <a:r>
              <a:t>• applications — student applications and application status.</a:t>
            </a:r>
            <a:br/>
            <a:r>
              <a:t>• interviews — interview schedule, mode, location and result.</a:t>
            </a:r>
            <a:br/>
            <a:r>
              <a:t>• evaluations — skills ratings and feedback.</a:t>
            </a:r>
            <a:br/>
            <a:r>
              <a:t>• admins and faculty — role-specific authentication records.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12. Student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97280" cy="640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• Student registration and login.</a:t>
            </a:r>
            <a:br/>
            <a:r>
              <a:t>• Dashboard and profile management.</a:t>
            </a:r>
            <a:br/>
            <a:r>
              <a:t>• Browse/search/filter approved internships.</a:t>
            </a:r>
            <a:br/>
            <a:r>
              <a:t>• Submit applications with resume and cover letter.</a:t>
            </a:r>
            <a:br/>
            <a:r>
              <a:t>• Track Pending, Shortlisted, Rejected and Accepted status.</a:t>
            </a:r>
            <a:br/>
            <a:r>
              <a:t>• View interview schedule and feedback.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13. Faculty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97280" cy="640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• Faculty login and dashboard statistics.</a:t>
            </a:r>
            <a:br/>
            <a:r>
              <a:t>• Create and manage internship postings.</a:t>
            </a:r>
            <a:br/>
            <a:r>
              <a:t>• View student applications.</a:t>
            </a:r>
            <a:br/>
            <a:r>
              <a:t>• Update application status.</a:t>
            </a:r>
            <a:br/>
            <a:r>
              <a:t>• Schedule interviews for eligible applications.</a:t>
            </a:r>
            <a:br/>
            <a:r>
              <a:t>• Update interview results.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14. Admin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97280" cy="640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• Admin authentication and dashboard.</a:t>
            </a:r>
            <a:br/>
            <a:r>
              <a:t>• Manage students and companies.</a:t>
            </a:r>
            <a:br/>
            <a:r>
              <a:t>• Manage internships and applications.</a:t>
            </a:r>
            <a:br/>
            <a:r>
              <a:t>• Manage interviews and evaluations.</a:t>
            </a:r>
            <a:br/>
            <a:r>
              <a:t>• View system reports and statistics.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15. Application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97280" cy="640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• Student registers and logs in.</a:t>
            </a:r>
            <a:br/>
            <a:r>
              <a:t>• Student browses an approved internship.</a:t>
            </a:r>
            <a:br/>
            <a:r>
              <a:t>• Student submits resume, cover letter and qualifications.</a:t>
            </a:r>
            <a:br/>
            <a:r>
              <a:t>• Faculty reviews the application.</a:t>
            </a:r>
            <a:br/>
            <a:r>
              <a:t>• Application can move from Pending → Shortlisted → Accepted/Rejected.</a:t>
            </a:r>
            <a:br/>
            <a:r>
              <a:t>• Eligible applications can receive interview schedules.</a:t>
            </a:r>
            <a:br/>
            <a:r>
              <a:t>• Interview result and evaluation are recorded.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16. Security &amp;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97280" cy="640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• JWT-based role-specific authentication.</a:t>
            </a:r>
            <a:br/>
            <a:r>
              <a:t>• Protected Student, Faculty and Admin routes.</a:t>
            </a:r>
            <a:br/>
            <a:r>
              <a:t>• Passwords protected using bcrypt hashing.</a:t>
            </a:r>
            <a:br/>
            <a:r>
              <a:t>• Resume restricted to PDF and maximum 5 MB.</a:t>
            </a:r>
            <a:br/>
            <a:r>
              <a:t>• Duplicate applications are prevented.</a:t>
            </a:r>
            <a:br/>
            <a:r>
              <a:t>• Interview requires at least 24 hours notice.</a:t>
            </a:r>
            <a:br/>
            <a:r>
              <a:t>• Interview must be before the internship deadline.</a:t>
            </a:r>
            <a:br/>
            <a:r>
              <a:t>• Invalid/expired tokens are rejected.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17.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97280" cy="640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• Frontend navigation and protected-route testing.</a:t>
            </a:r>
            <a:br/>
            <a:r>
              <a:t>• Backend API testing using Postman.</a:t>
            </a:r>
            <a:br/>
            <a:r>
              <a:t>• Database connectivity and CRUD testing.</a:t>
            </a:r>
            <a:br/>
            <a:r>
              <a:t>• Resume type and size validation.</a:t>
            </a:r>
            <a:br/>
            <a:r>
              <a:t>• Duplicate application validation.</a:t>
            </a:r>
            <a:br/>
            <a:r>
              <a:t>• Interview 24-hour and deadline validation.</a:t>
            </a:r>
            <a:br/>
            <a:r>
              <a:t>• Role-protection and invalid-token testing.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18. Test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97280" cy="640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• Student APIs tested successfully.</a:t>
            </a:r>
            <a:br/>
            <a:r>
              <a:t>• Faculty APIs tested successfully.</a:t>
            </a:r>
            <a:br/>
            <a:r>
              <a:t>• Admin APIs tested successfully.</a:t>
            </a:r>
            <a:br/>
            <a:r>
              <a:t>• Backend root smoke test passed.</a:t>
            </a:r>
            <a:br/>
            <a:r>
              <a:t>• Resume validation tests passed.</a:t>
            </a:r>
            <a:br/>
            <a:r>
              <a:t>• Duplicate application prevention passed.</a:t>
            </a:r>
            <a:br/>
            <a:r>
              <a:t>• Interview validation tests passed.</a:t>
            </a:r>
            <a:br/>
            <a:r>
              <a:t>• Role-based security tests passed.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19. Advantages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97280" cy="640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• Centralized internship information.</a:t>
            </a:r>
            <a:br/>
            <a:r>
              <a:t>• Less manual record keeping.</a:t>
            </a:r>
            <a:br/>
            <a:r>
              <a:t>• Easy application tracking.</a:t>
            </a:r>
            <a:br/>
            <a:r>
              <a:t>• Structured interview management.</a:t>
            </a:r>
            <a:br/>
            <a:r>
              <a:t>• Role-based access control.</a:t>
            </a:r>
            <a:br/>
            <a:r>
              <a:t>• Responsive and user-friendly interface.</a:t>
            </a:r>
            <a:br/>
            <a:r>
              <a:t>• Maintainable frontend/backend separation.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20.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97280" cy="640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• Current implementation is primarily an academic web application.</a:t>
            </a:r>
            <a:br/>
            <a:r>
              <a:t>• Production deployment is outside the current development scope.</a:t>
            </a:r>
            <a:br/>
            <a:r>
              <a:t>• Email/SMS notification integration is not included.</a:t>
            </a:r>
            <a:br/>
            <a:r>
              <a:t>• Advanced AI recommendation and analytics are not included.</a:t>
            </a:r>
            <a:br/>
            <a:r>
              <a:t>• External company verification is not implemented.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21.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97280" cy="640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• Cloud deployment and production hosting.</a:t>
            </a:r>
            <a:br/>
            <a:r>
              <a:t>• Email/SMS notifications.</a:t>
            </a:r>
            <a:br/>
            <a:r>
              <a:t>• Company-side login and application management.</a:t>
            </a:r>
            <a:br/>
            <a:r>
              <a:t>• AI-based resume parsing and internship recommendations.</a:t>
            </a:r>
            <a:br/>
            <a:r>
              <a:t>• Advanced analytics and placement dashboards.</a:t>
            </a:r>
            <a:br/>
            <a:r>
              <a:t>• Calendar integration for interviews.</a:t>
            </a:r>
            <a:br/>
            <a:r>
              <a:t>• Automated PDF/Excel report generation.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22.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97280" cy="640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• The system provides a centralized solution for college internship management.</a:t>
            </a:r>
            <a:br/>
            <a:r>
              <a:t>• Student, Faculty and Admin workflows are implemented.</a:t>
            </a:r>
            <a:br/>
            <a:r>
              <a:t>• React, Node.js/Express and MySQL provide a structured full-stack solution.</a:t>
            </a:r>
            <a:br/>
            <a:r>
              <a:t>• Validation and role-based security improve reliability.</a:t>
            </a:r>
            <a:br/>
            <a:r>
              <a:t>• The system provides a strong foundation for future cloud, AI and analytics features.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t>THANK YOU</a:t>
            </a:r>
          </a:p>
          <a:p>
            <a:pPr algn="ctr">
              <a:defRPr sz="2400"/>
            </a:pPr>
            <a:r>
              <a:t>Questions &amp; Answers</a:t>
            </a:r>
          </a:p>
          <a:p>
            <a:pPr algn="ctr">
              <a:defRPr sz="1800"/>
            </a:pPr>
            <a:r>
              <a:t>Yashraj Aher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